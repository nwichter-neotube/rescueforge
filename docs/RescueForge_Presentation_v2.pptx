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005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RescueForge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Feuerwehr-Orientierungspläne aus CAD-Daten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CAD-Datei zum normkonformen Feuerwehr-Orientierungsplan in Sekunden.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Hackathon 2025  |  Track: Industrial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4389120"/>
            <a:ext cx="2103120" cy="320040"/>
          </a:xfrm>
          <a:prstGeom prst="roundRect">
            <a:avLst/>
          </a:prstGeom>
          <a:solidFill>
            <a:srgbClr val="1F29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FKS-Richtlinie konform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3444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Manueller Prozess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Feuerwehr-Orientierungspläne werden heute manuell aus CAD-Daten erstellt - zeitaufwendig und fehleranfällig.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2316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Standardisierung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 Interpretationen der FKS-Richtlinien führen zu inkonsistenten Plänen.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11880"/>
            <a:ext cx="64008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1188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Kosten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Spezialisierte Ingenieurbüros verlangen hohe Honorare für die Planerstellung.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Unsere Lösung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2011680" cy="13716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28016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2801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0" y="1280160"/>
            <a:ext cx="2011680" cy="13716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0" y="128016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0" y="12801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858000" y="1280160"/>
            <a:ext cx="2011680" cy="13716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0" y="1280160"/>
            <a:ext cx="20116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2801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Vollautomatische Konvertierung von CAD zu FKS-Plan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AI-gestützte Raumklassifikation via Vision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Normkonforme Ausgabe als SVG + PDF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Editor zur Nachbearbeitung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Celery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uv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0" y="1188720"/>
            <a:ext cx="2468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18872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Vision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Gemini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17520"/>
            <a:ext cx="24688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Parsing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 + LibreDWG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Polygonize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0175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3017520"/>
            <a:ext cx="2468880" cy="5486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svgwrite (SVG)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(PDF)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01752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017520"/>
            <a:ext cx="2468880" cy="5486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 Worker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Verarbeitungs-Pipeline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716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 → DXF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LibreDWG Konvertierung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2148840"/>
            <a:ext cx="731520" cy="320040"/>
          </a:xfrm>
          <a:prstGeom prst="roundRect">
            <a:avLst/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25603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3716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 Parsing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ezdxf Entity-Extraktion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12080" y="2148840"/>
            <a:ext cx="731520" cy="320040"/>
          </a:xfrm>
          <a:prstGeom prst="roundRect">
            <a:avLst/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188720"/>
            <a:ext cx="25603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13716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Raumerkennung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Shapely Polygonize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2148840"/>
            <a:ext cx="731520" cy="320040"/>
          </a:xfrm>
          <a:prstGeom prst="roundRect">
            <a:avLst/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25603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32004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Klassifikation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Analyse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977640"/>
            <a:ext cx="731520" cy="320040"/>
          </a:xfrm>
          <a:prstGeom prst="roundRect">
            <a:avLst/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3017520"/>
            <a:ext cx="25603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03320" y="32004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Erzeugung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0624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FKS-konformes Layout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3977640"/>
            <a:ext cx="731520" cy="320040"/>
          </a:xfrm>
          <a:prstGeom prst="roundRect">
            <a:avLst/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3017520"/>
            <a:ext cx="2560320" cy="14630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320040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WeasyPrint Rendering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3977640"/>
            <a:ext cx="731520" cy="320040"/>
          </a:xfrm>
          <a:prstGeom prst="roundRect">
            <a:avLst/>
          </a:prstGeom>
          <a:solidFill>
            <a:srgbClr val="2925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Raumklassifikation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funktioniert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Grundriss wird als Bild gerendert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analysiert Raumgeometrien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Heuristik-Fallback bei API-Ausfall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Raumtypen werden erkannt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nach FKS-Standard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6576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3657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Erkannte Raumtypen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20640" y="1965960"/>
            <a:ext cx="228600" cy="228600"/>
          </a:xfrm>
          <a:prstGeom prst="rect">
            <a:avLst/>
          </a:prstGeom>
          <a:solidFill>
            <a:srgbClr val="00640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Treppenhaus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965960"/>
            <a:ext cx="228600" cy="228600"/>
          </a:xfrm>
          <a:prstGeom prst="rect">
            <a:avLst/>
          </a:prstGeom>
          <a:solidFill>
            <a:srgbClr val="90EE90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920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Korridor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468880"/>
            <a:ext cx="228600" cy="228600"/>
          </a:xfrm>
          <a:prstGeom prst="rect">
            <a:avLst/>
          </a:prstGeom>
          <a:solidFill>
            <a:srgbClr val="B0C4DE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Aufzug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468880"/>
            <a:ext cx="228600" cy="228600"/>
          </a:xfrm>
          <a:prstGeom prst="rect">
            <a:avLst/>
          </a:prstGeom>
          <a:solidFill>
            <a:srgbClr val="ADD8E6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423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/ Nassraum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971800"/>
            <a:ext cx="228600" cy="228600"/>
          </a:xfrm>
          <a:prstGeom prst="rect">
            <a:avLst/>
          </a:prstGeom>
          <a:solidFill>
            <a:srgbClr val="F0F8FF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971800"/>
            <a:ext cx="228600" cy="228600"/>
          </a:xfrm>
          <a:prstGeom prst="rect">
            <a:avLst/>
          </a:prstGeom>
          <a:solidFill>
            <a:srgbClr val="FFDAB9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Küche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3474720"/>
            <a:ext cx="228600" cy="228600"/>
          </a:xfrm>
          <a:prstGeom prst="rect">
            <a:avLst/>
          </a:prstGeom>
          <a:solidFill>
            <a:srgbClr val="D2B48C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474720"/>
            <a:ext cx="228600" cy="228600"/>
          </a:xfrm>
          <a:prstGeom prst="rect">
            <a:avLst/>
          </a:prstGeom>
          <a:solidFill>
            <a:srgbClr val="FFB6C1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FKS-Richtlinie Konformität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Farbkodierung Fluchtwege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Dunkelgrün (vertikal), Hellgrün (horizontal)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Massstabsbalken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Grafischer Massstabsbalken mit Segmenten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Nordpfeil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Standardisierter Richtungsanzeiger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Geschosslage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Querschnitt-Indikator mit aktuellem Geschoss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generiert aus erkannten Raumtypen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Titelblock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Objekt, Adresse, Geschoss, Massstab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A3/A4 Papierformat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Normgerechte Abmessungen und Ränder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 Symbole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4297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Brandmelder, Handfeuermelder, Schlüsseldepot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Benutzeroberfläche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64008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Upload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DWG/DXF-Dateien einfach hochladen. Echtzeit-Fortschrittsanzeige während der Verarbeitung.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188720"/>
            <a:ext cx="64008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Interaktiver Viewer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Pan und Layer-Toggle im SVG-Viewer. Wände, Türen, Treppen separat ein-/ausblenden.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017520"/>
            <a:ext cx="64008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Raum-Editor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AI-Klassifikationen manuell korrigieren. Plan wird sofort mit neuen Zuweisungen regeneriert.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3749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017520"/>
            <a:ext cx="64008" cy="1554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und PDF Download. Performance-Metriken einsehbar (Zeiten pro Pipeline-Schritt).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Leistungsdaten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16459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(inkl. AI-Klassifikation)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2560320" cy="16459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8/8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Räume korrekt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klassifiziert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560320" cy="164592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325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Wände erkannt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(Testgebäude)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00400"/>
          <a:ext cx="7680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Pipeline-Schritt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Dauer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DXF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Raumerkennung (Shapely)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Raumklassifikation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SVG Erzeugung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Export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Testergebnisse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 &amp; Integrationstests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10972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661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25603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Test-Suiten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test_dxf_parser.py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Tests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606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Layer-Klassifikation, DXF-Parsing, Entity-Extraktion, Fehlerbehandlung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33756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337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test_room_detector.py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337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3337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Einzelraum, Mehrraum, Shared Walls, IDs, Flächen, Polygonvalidierung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69080"/>
            <a:ext cx="768096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069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test_plan_generator.py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0690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40690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SVG-Erzeugung, Raumlabels, FKS-Farben, A3/A4, Titelblock,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uns unterscheidet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344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1887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Automatisierung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508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manuelle Zwischenschritte - von der CAD-Datei zum fertigen Plan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103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 im Regelkreis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2423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klassifiziert, Benutzer korrigiert. Plan wird sofort regeneriert.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30632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3017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Normkonform ab Werk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37360" y="33375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FKS-Richtlinien sind in die Pipeline eingebaut, nicht nachträglich.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5840" y="397764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931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messbar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37360" y="42519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Leistungsmetriken pro Schritt. Jeder Lauf ist reproduzierbar.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Ausblick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554480"/>
            <a:ext cx="45720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6304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Multi-Geschoss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und Verarbeitung aller Stockwerke eines Gebäudes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2468880"/>
            <a:ext cx="45720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IFC/Revit-Import für noch reichhaltigere Gebäudedaten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0632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3383280"/>
            <a:ext cx="45720" cy="59436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Fluchtweg-Analyse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Berechnung und Markierung optimaler Fluchtwege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97764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3886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SaaS-Plattform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389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Cloud-basierte Lösung für Ingenieurbüros und Feuerwehren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914400"/>
            <a:ext cx="914400" cy="9144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CAD-Datei zum FKS-Plan in Sekunden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github.com/rescueforge  |  Siemens Hackathon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RescueForge - AI-Powered Fire Department Floor Plans</dc:title>
  <dc:subject>PptxGenJS Presentation</dc:subject>
  <dc:creator>RescueForge Team</dc:creator>
  <cp:lastModifiedBy>RescueForge Team</cp:lastModifiedBy>
  <cp:revision>1</cp:revision>
  <dcterms:created xsi:type="dcterms:W3CDTF">2026-03-11T00:48:19Z</dcterms:created>
  <dcterms:modified xsi:type="dcterms:W3CDTF">2026-03-11T00:48:19Z</dcterms:modified>
</cp:coreProperties>
</file>