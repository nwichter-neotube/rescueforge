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914400" cy="914400"/>
          </a:xfrm>
          <a:prstGeom prst="rect">
            <a:avLst>
              <a:gd name="adj" fmla="val 12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RescueForge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1600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CAD to Fire Department Floor Plans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CAD-Datei zum normkonformen Feuerwehr-Orientierungsplan in Sekunden.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Hackathon 2025  |  Track: Industrial AI  |  FKS-Richtlinie konform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Manueller Prozess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Feuerwehr-Orientierungspläne werden heute manuell aus CAD-Daten erstellt - zeitaufwendig und fehleranfällig.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640080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Standardisierung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Unterschiedliche Interpretationen der FKS-Richtlinien führen zu inkonsistenten Plänen.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Kosten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Spezialisierte Ingenieurbüros verlangen hohe Honorare für die Planerstellung.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Unsere Lösung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2011680" cy="91440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DWG/DXF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2801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1280160"/>
            <a:ext cx="2011680" cy="914400"/>
          </a:xfrm>
          <a:prstGeom prst="rect">
            <a:avLst/>
          </a:prstGeom>
          <a:solidFill>
            <a:srgbClr val="99001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12801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0" y="1280160"/>
            <a:ext cx="2011680" cy="914400"/>
          </a:xfrm>
          <a:prstGeom prst="rect">
            <a:avLst/>
          </a:prstGeom>
          <a:solidFill>
            <a:srgbClr val="0064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Pläne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606040"/>
            <a:ext cx="137160" cy="1371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Vollautomatische Konvertierung von CAD zu FKS-Plan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044952"/>
            <a:ext cx="137160" cy="1371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999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AI-gestützte Raumklassifikation via Vision API (16 Raumtypen)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483864"/>
            <a:ext cx="137160" cy="1371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4381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Deckblatt + Situationsplan + Geschossplan als Komplett-Set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922776"/>
            <a:ext cx="137160" cy="1371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8770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Graph-basierte Fluchtwegberechnung mit BFS-Algorithmus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361688"/>
            <a:ext cx="137160" cy="1371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315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Interaktiver Editor zur Nachbearbeitung mit sofortiger Regenerierung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Architektur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2801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256032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Celery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uv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560320" cy="12801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188720"/>
            <a:ext cx="256032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560320" cy="12801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188720"/>
            <a:ext cx="2560320" cy="54864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Vision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256032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Parsing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246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ezdxf + LibreDWG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Polygonize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2834640"/>
            <a:ext cx="256032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1880" y="3246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svgwrite (SVG)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(PDF)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256032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3246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 Worker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14300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 → DXF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LibreDWG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 Parsing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0574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ezdxf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2286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114300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Raumerkennung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43800" y="114300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Klassifikation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0574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2286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297180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Erzeugung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svgwrite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97180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606040" y="3566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06040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4114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297180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54880" y="3566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Zusatzpläne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Deckblatt + Sit.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4114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~0.02s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Raumklassifikation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funktioniert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Grundriss wird als Bild gerendert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analysiert Raumgeometrien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Heuristik-Fallback bei API-Ausfall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Raumtypen werden erkannt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Farbkodierung nach FKS-Standard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Erkannte Raumtypen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1737360"/>
            <a:ext cx="109728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Treppenhaus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1737360"/>
            <a:ext cx="109728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Korridor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103120"/>
            <a:ext cx="109728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Aufzug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103120"/>
            <a:ext cx="109728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/ Nassraum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468880"/>
            <a:ext cx="109728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2468880"/>
            <a:ext cx="109728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Küche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2834640"/>
            <a:ext cx="109728" cy="1097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2834640"/>
            <a:ext cx="109728" cy="10972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3200400"/>
            <a:ext cx="109728" cy="10972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Serverraum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3200400"/>
            <a:ext cx="109728" cy="10972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566160"/>
            <a:ext cx="109728" cy="10972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3566160"/>
            <a:ext cx="109728" cy="10972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Sitzungszimmer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3931920"/>
            <a:ext cx="109728" cy="10972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Empfang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40880" y="3931920"/>
            <a:ext cx="109728" cy="10972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4297680"/>
            <a:ext cx="109728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4251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4297680"/>
            <a:ext cx="109728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4251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Unbekannt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FKS-Richtlinie Konformität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64008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Farbkodierung Fluchtwege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Dunkelgrün (vertikal), Hellgrün (horizontal)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64008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Gefahrenbereiche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 Umrandung für Technik, Server, Garage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83080"/>
            <a:ext cx="64008" cy="64008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Graph-Fluchtwege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über Raumadjazenzgraph (nicht Luftlinie)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78308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783080"/>
            <a:ext cx="64008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Deckblatt (Cover Sheet)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Objektdefinition, Legende, Symbolreferenz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60320"/>
            <a:ext cx="64008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Situationsplan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Gebäudeumriss, Seiten A-D, Feuerwehrzufahrt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560320"/>
            <a:ext cx="64008" cy="64008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Geschosslage &amp; Nordpfeil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Querschnitt-Indikator + Richtungsanzeiger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337560"/>
            <a:ext cx="64008" cy="64008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FKS-Symbole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Rauchmelder, Handfeuermelder, Schlüsseldepot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33756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337560"/>
            <a:ext cx="64008" cy="64008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A3/A4 + Massstab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Normgerechte Abmessungen, Massstabsbalken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114800"/>
            <a:ext cx="64008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Flächen-Labels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Raumfläche (A = X m²) für grosse Räume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4114800"/>
            <a:ext cx="4023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4114800"/>
            <a:ext cx="64008" cy="64008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Legende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Generiert aus erkannten Raumtypen + Farben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FKS-konformes Plan-Set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Pläne werden automatisch generiert: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926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Deckblatt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Gebäudeinformationen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Farb-Legende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FKS-Symbolreferenz (8 Symbole)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Objektdefinition mit Adresse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51760" cy="2926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63040"/>
            <a:ext cx="2651760" cy="54864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Situationsplan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Gebäudeumriss mit Seiten A-D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Feuerwehrzufahrt + Schlüsseldepot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Nordpfeil + Strassenlage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Umgebungsübersicht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651760" cy="2926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Geschossplan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Raumpolygone mit Farbkodierung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Fluchtwege (BFS-Graph)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Gefahrenbereiche (rot)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Titelblock + Massstab + Legende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Web-Interface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Upload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DWG/DXF-Dateien hochladen. Echtzeit-Fortschritt via WebSocket. Batch-Upload bis 10 Dateien.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Interaktiver Viewer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Pan und Layer-Toggle im SVG-Viewer. Wände, Türen, Treppen separat ein-/ausblenden.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023360" cy="1005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Plan-Tabs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Geschossplan, Deckblatt, Situationsplan und Vorher/Nachher-Vergleich als separate Tabs.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Raum-Editor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AI-Klassifikationen manuell korrigieren. Plan wird sofort mit neuen Zuweisungen regeneriert.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Export-Dropdown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+ PDF Orientierungsplan, Deckblatt SVG, Situationsplan SVG. Alles mit einem Klick.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 Dark Mode mit Tailwind CSS. Performance-Metriken pro Pipeline-Schritt einsehbar.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~12s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(inkl. AI-Klassifikation)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1051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14/14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7472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Räume korrekt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klassifiziert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051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248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Wände erkannt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(Testgebäude)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651760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Pipeline-Schritt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DXF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Raumerkennung (Shapely)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Raumklassifikation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SVG Erzeugung + Fluchtwege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Deckblatt + Situationsplan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Testergebnisse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188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2560320" cy="1188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560320" cy="1188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Test-Suiten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14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test_dxf_parser.py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514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Layer-Klassifikation, DXF-Parsing, Entity-Extraktion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90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test_room_detector.py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9900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9900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Einzel-/Mehrraum, Shared Walls, IDs, Flächen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465576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65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test_plan_generator.py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465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Tests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3465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SVG, Fluchtwege, Gefahrenbereiche, Deckblatt, Situationsplan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941064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41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test_room_classifier.py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9410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39410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Heuristik, Vision API Mock, Markdown-Parsing, Fallback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416552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416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test_api_routes.py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44165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4416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Batch, Status, Download, Metrics-Endpunkte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 uns unterscheidet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Automatisierung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manuellen Zwischenschritte - von der CAD-Datei zum fertigen Plan-Set (3 Pläne + PDF)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64008" cy="14630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klassifiziert, Benutzer korrigiert. Plan wird sofort regeneriert. Best of both worlds.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64008" cy="14630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Normkonform by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FKS-Richtlinien sind in die Pipeline eingebaut. Gefahrenbereiche, Fluchtwege, Symbole - alles automatisch.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26080"/>
            <a:ext cx="64008" cy="14630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Messbar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Performance-Metriken pro Schritt. 66 Tests. Jeder Lauf ist reproduzierbar und verifizierbar.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Ausblick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914400" cy="3200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8308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Multi-Geschoss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8308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Erkennung und Verarbeitung aller Stockwerke eines Gebäudes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0" cy="27432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914400" cy="3200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Integration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IFC/Revit-Import für noch reichhaltigere Gebäudedaten und 3D-Modelle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743200"/>
            <a:ext cx="0" cy="27432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3017520"/>
            <a:ext cx="914400" cy="32004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Erweiterte Analyse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8308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Brandlast-Bewertung, Evakuierungssimulation und Kapazitätsplanung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0" cy="27432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3931920"/>
            <a:ext cx="914400" cy="3200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8308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Cloud-basierte Lösung für Ingenieurbüros und Feuerwehren mit API-Zugang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914400"/>
            <a:ext cx="1371600" cy="13716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388620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Vielen Dank!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RescueForge — Von CAD zu FKS in Sekunden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Hackathon 2025  |  66 Tests  |  14 Räume  |  ~12s Pipeline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RescueForge - Siemens Hackathon 2025</dc:title>
  <dc:subject>PptxGenJS Presentation</dc:subject>
  <dc:creator>RescueForge Team</dc:creator>
  <cp:lastModifiedBy>RescueForge Team</cp:lastModifiedBy>
  <cp:revision>1</cp:revision>
  <dcterms:created xsi:type="dcterms:W3CDTF">2026-03-11T02:16:25Z</dcterms:created>
  <dcterms:modified xsi:type="dcterms:W3CDTF">2026-03-11T02:16:25Z</dcterms:modified>
</cp:coreProperties>
</file>