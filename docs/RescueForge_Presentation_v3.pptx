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640080"/>
            <a:ext cx="1371600" cy="91440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86200" y="6400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RF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RescueForge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KI-gestuetzte Feuerwehr-Orientierungsplaene aus CAD-Daten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CAD-Datei zum normkonformen Feuerwehr-Orientierungsplan in Sekunden.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Hackathon 2025  |  Track: Industrial 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0" y="274320"/>
            <a:ext cx="128016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FKS-konform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Manueller Prozess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Feuerwehr-Orientierungsplaene werden heute manuell aus CAD-Daten erstellt - zeitaufwendig und fehleranfaellig.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Standardisierung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Unterschiedliche Interpretationen der FKS-Richtlinien fuehren zu inkonsistenten Plaenen.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Kosten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Spezialisierte Ingenieurbueros verlangen hohe Honorare fuer die Planerstellung.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Unsere Loesung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1828800" cy="109728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DWG/DXF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</a:rPr>
              <a:t>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931920" y="1188720"/>
            <a:ext cx="1828800" cy="1097280"/>
          </a:xfrm>
          <a:prstGeom prst="rect">
            <a:avLst/>
          </a:prstGeom>
          <a:solidFill>
            <a:srgbClr val="2D6A9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0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0" y="11887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92240" y="1188720"/>
            <a:ext cx="1828800" cy="1097280"/>
          </a:xfrm>
          <a:prstGeom prst="rect">
            <a:avLst/>
          </a:prstGeom>
          <a:solidFill>
            <a:srgbClr val="38A16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Vollautomatische Konvertierung von CAD zu FKS-Plan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AI-gestuetzte Raumklassifikation via Vision API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Normkonforme Ausgabe als SVG + PDF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Interaktiver Editor zur Nachbearbeitung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FKS-Sicherheitssymbole (Rauchmelder, Handfeuermelder)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Fluchtweganzeige mit gruenen Pfeilen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011680" cy="2377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Celery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uv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ezdxf + LibreDWG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Shapely Polygonize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2011680" cy="45720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1645920"/>
            <a:ext cx="2011680" cy="2377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73736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React 19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+ Responsive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DOMPurify SVG Sanitization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2011680" cy="4572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645920"/>
            <a:ext cx="2011680" cy="2377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73736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Vision API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Gemini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Heuristik-Fallback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Raumtypen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188720"/>
            <a:ext cx="201168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49440" y="1645920"/>
            <a:ext cx="2011680" cy="2377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73736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 Worker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Progress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Auto-Cleanup (24h)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206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4206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svgwrite (SVG)  |  WeasyPrint (PDF)  |  Toast + ErrorBoundary (UX)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Verarbeitungs-Pipeline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463040"/>
          </a:xfrm>
          <a:prstGeom prst="rect">
            <a:avLst/>
          </a:prstGeom>
          <a:solidFill>
            <a:srgbClr val="2A3570"/>
          </a:solidFill>
          <a:ln w="12700">
            <a:solidFill>
              <a:srgbClr val="3A45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 → DXF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LibreDWG Konvertierung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2240280"/>
            <a:ext cx="7315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240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1463040"/>
          </a:xfrm>
          <a:prstGeom prst="rect">
            <a:avLst/>
          </a:prstGeom>
          <a:solidFill>
            <a:srgbClr val="2A3570"/>
          </a:solidFill>
          <a:ln w="12700">
            <a:solidFill>
              <a:srgbClr val="3A4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32588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192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DXF Parsing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ezdxf Entity-Extraktion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240280"/>
            <a:ext cx="7315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240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560320" cy="1463040"/>
          </a:xfrm>
          <a:prstGeom prst="rect">
            <a:avLst/>
          </a:prstGeom>
          <a:solidFill>
            <a:srgbClr val="2A3570"/>
          </a:solidFill>
          <a:ln w="12700">
            <a:solidFill>
              <a:srgbClr val="3A45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32588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Raumerkennung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Shapely Polygonize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0" y="2240280"/>
            <a:ext cx="7315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2240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2560320" cy="1463040"/>
          </a:xfrm>
          <a:prstGeom prst="rect">
            <a:avLst/>
          </a:prstGeom>
          <a:solidFill>
            <a:srgbClr val="2A3570"/>
          </a:solidFill>
          <a:ln w="12700">
            <a:solidFill>
              <a:srgbClr val="3A45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Klassifikation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API Analyse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03120" y="4069080"/>
            <a:ext cx="7315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0" name="Text 28"/>
          <p:cNvSpPr/>
          <p:nvPr/>
        </p:nvSpPr>
        <p:spPr>
          <a:xfrm>
            <a:off x="2103120" y="4069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3017520"/>
            <a:ext cx="2560320" cy="1463040"/>
          </a:xfrm>
          <a:prstGeom prst="rect">
            <a:avLst/>
          </a:prstGeom>
          <a:solidFill>
            <a:srgbClr val="2A3570"/>
          </a:solidFill>
          <a:ln w="12700">
            <a:solidFill>
              <a:srgbClr val="3A45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9000" y="315468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93192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Erzeugung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2900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FKS-konformes Layout + Symbole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4069080"/>
            <a:ext cx="7315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4069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017520"/>
            <a:ext cx="2560320" cy="1463040"/>
          </a:xfrm>
          <a:prstGeom prst="rect">
            <a:avLst/>
          </a:prstGeom>
          <a:solidFill>
            <a:srgbClr val="2A3570"/>
          </a:solidFill>
          <a:ln w="12700">
            <a:solidFill>
              <a:srgbClr val="3A45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315468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6656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6364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 Rendering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772400" y="4069080"/>
            <a:ext cx="7315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0" y="4069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Raumklassifikation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funktioniert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Grundriss wird als Bild gerendert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API analysiert Raumgeometrien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Heuristik-Fallback bei API-Ausfall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Raumtypen werden erkannt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Farbkodierung nach FKS-Standard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Erkannte Raumtypen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1645920"/>
            <a:ext cx="320040" cy="320040"/>
          </a:xfrm>
          <a:prstGeom prst="rect">
            <a:avLst/>
          </a:prstGeom>
          <a:solidFill>
            <a:srgbClr val="00640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068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Treppenhaus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40880" y="1645920"/>
            <a:ext cx="320040" cy="320040"/>
          </a:xfrm>
          <a:prstGeom prst="rect">
            <a:avLst/>
          </a:prstGeom>
          <a:solidFill>
            <a:srgbClr val="90EE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Korridor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148840"/>
            <a:ext cx="320040" cy="320040"/>
          </a:xfrm>
          <a:prstGeom prst="rect">
            <a:avLst/>
          </a:prstGeom>
          <a:solidFill>
            <a:srgbClr val="87CE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Aufzug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2148840"/>
            <a:ext cx="320040" cy="320040"/>
          </a:xfrm>
          <a:prstGeom prst="rect">
            <a:avLst/>
          </a:prstGeom>
          <a:solidFill>
            <a:srgbClr val="ADD8E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/ Nassraum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651760"/>
            <a:ext cx="320040" cy="320040"/>
          </a:xfrm>
          <a:prstGeom prst="rect">
            <a:avLst/>
          </a:prstGeom>
          <a:solidFill>
            <a:srgbClr val="FFFAC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Buero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2651760"/>
            <a:ext cx="320040" cy="320040"/>
          </a:xfrm>
          <a:prstGeom prst="rect">
            <a:avLst/>
          </a:prstGeom>
          <a:solidFill>
            <a:srgbClr val="FFA07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Kueche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3154680"/>
            <a:ext cx="320040" cy="320040"/>
          </a:xfrm>
          <a:prstGeom prst="rect">
            <a:avLst/>
          </a:prstGeom>
          <a:solidFill>
            <a:srgbClr val="D2B48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3154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3154680"/>
            <a:ext cx="320040" cy="320040"/>
          </a:xfrm>
          <a:prstGeom prst="rect">
            <a:avLst/>
          </a:prstGeom>
          <a:solidFill>
            <a:srgbClr val="C0C0C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54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FKS-Richtlinie Konformitaet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Farbkodierung Fluchtwege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Dunkelgruen (vertikal), Hellgruen (horizontal)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Massstabsbalken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Grafischer Massstabsbalken mit Segmenten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Nordpfeil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Standardisierter Richtungsanzeiger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10312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Geschosslage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Querschnitt-Indikator mit aktuellem Geschoss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generiert aus erkannten Raumtypen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06324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120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Titelblock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Objekt, Adresse, Geschoss, Massstab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02336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 Symbole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Rauchmelder, Handfeuermelder, Schluesseldepot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402336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120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Fluchtweg-Pfeile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1208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Gruene gestrichelte Pfeile von Korridor zu Treppenhaus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Benutzeroberflaeche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4114800" cy="1143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Upload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DWG/DXF-Dateien einfach hochladen.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Batch-Upload fuer mehrere Geschosse.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Echtzeit-Fortschrittsanzeige via WebSocket.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143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Interaktiver Viewer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Pan und Layer-Toggle im SVG-Viewer.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Waende, Tueren, Treppen separat ein-/ausblenden.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114800" cy="1143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77440"/>
            <a:ext cx="54864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Raum-Editor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AI-Klassifikationen manuell korrigieren.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wird sofort mit neuen Zuweisungen regeneriert.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114800" cy="1143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77440"/>
            <a:ext cx="54864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&amp; Responsive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Umschaltbarer Dark Mode.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Mobile-optimiertes Layout.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Print-CSS fuer Planausdrucke.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114800" cy="1143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57600"/>
            <a:ext cx="54864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SVG-Sanitization mit DOMPurify.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Boundary fuer Crash-Recovery.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Toast-Benachrichtigungen.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114800" cy="1143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57600"/>
            <a:ext cx="54864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977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und PDF Download.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Performance-Metriken einsehbar.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Original-SVG vs. FKS-Plan Vergleich.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Leistungsdaten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~13s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Gesamte Pipeline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(inkl. AI-Klassifikation)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56032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8/8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Raeume korrekt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klassifiziert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256032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0936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Waende erkannt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(Testgebaeude)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Pipeline-Schritt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Dauer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DXF Parsing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~500ms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Raumerkennung (Shapely)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~300ms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AI Raumklassifikation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~5000ms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SVG Erzeugung + Symbole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~100ms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PDF Export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~2000ms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Testergebnisse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1097280"/>
          </a:xfrm>
          <a:prstGeom prst="rect">
            <a:avLst/>
          </a:prstGeom>
          <a:solidFill>
            <a:srgbClr val="2A3570"/>
          </a:solidFill>
          <a:ln w="12700">
            <a:solidFill>
              <a:srgbClr val="3A45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A1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 &amp; Integrationstests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005840"/>
            <a:ext cx="2560320" cy="1097280"/>
          </a:xfrm>
          <a:prstGeom prst="rect">
            <a:avLst/>
          </a:prstGeom>
          <a:solidFill>
            <a:srgbClr val="2A3570"/>
          </a:solidFill>
          <a:ln w="12700">
            <a:solidFill>
              <a:srgbClr val="3A45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051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A1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8328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005840"/>
            <a:ext cx="2560320" cy="1097280"/>
          </a:xfrm>
          <a:prstGeom prst="rect">
            <a:avLst/>
          </a:prstGeom>
          <a:solidFill>
            <a:srgbClr val="2A3570"/>
          </a:solidFill>
          <a:ln w="12700">
            <a:solidFill>
              <a:srgbClr val="3A45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051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A1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30936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Test-Suiten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438912"/>
          </a:xfrm>
          <a:prstGeom prst="rect">
            <a:avLst/>
          </a:prstGeom>
          <a:solidFill>
            <a:srgbClr val="2A357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774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test_dxf_parser.py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3774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23774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Layer-Klassifikation, DXF-Parsing, Entity-Extraktion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38912"/>
          </a:xfrm>
          <a:prstGeom prst="rect">
            <a:avLst/>
          </a:prstGeom>
          <a:solidFill>
            <a:srgbClr val="25306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803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test_room_detector.py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8803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28803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Einzelraum, Mehrraum, Shared Walls, Polygonvalidierung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438912"/>
          </a:xfrm>
          <a:prstGeom prst="rect">
            <a:avLst/>
          </a:prstGeom>
          <a:solidFill>
            <a:srgbClr val="2A357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test_plan_generator.py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3832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Tests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33832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SVG-Erzeugung, FKS-Farben, Titelblock, Integration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8229600" cy="438912"/>
          </a:xfrm>
          <a:prstGeom prst="rect">
            <a:avLst/>
          </a:prstGeom>
          <a:solidFill>
            <a:srgbClr val="25306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862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test_room_classifier.py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8862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0" y="38862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Heuristik, Mock Vision API, Fallback, Markdown-Parsing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8229600" cy="438912"/>
          </a:xfrm>
          <a:prstGeom prst="rect">
            <a:avLst/>
          </a:prstGeom>
          <a:solidFill>
            <a:srgbClr val="2A357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3891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test_api_routes.py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43891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0" y="43891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Upload, Batch, Job-Status, SVG/PDF-Download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uns unterscheidet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411480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Automatisierung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manuellen Zwischenschritte - von der CAD-Datei zum fertigen Plan.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41148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 im Regelkreis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klassifiziert, Benutzer korrigiert. Plan wird sofort regeneriert.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41148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Normkonform ab Werk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FKS-Richtlinien, Symbole und Fluchtwege sind in die Pipeline eingebaut.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41148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&amp; messbar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383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Leistungsmetriken pro Schritt. 52 Tests mit 100% Abdeckung.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Ausblick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A4D2E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Bereits umgesetzt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Multi-Geschoss Batch-Upload  |  FKS-Sicherheitssymbole  |  Fluchtweg-Pfeile  |  Dark Mode  |  52 Tests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2A3570"/>
          </a:solidFill>
          <a:ln w="12700">
            <a:solidFill>
              <a:srgbClr val="3A45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54864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Integration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IFC/Revit-Import fuer noch reichhaltigere Gebaeudedaten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2A3570"/>
          </a:solidFill>
          <a:ln w="12700">
            <a:solidFill>
              <a:srgbClr val="3A45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08960"/>
            <a:ext cx="54864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Fluchtweg-Analyse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3474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Berechnung optimaler Fluchtwege mit Graphalgorithmen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2A3570"/>
          </a:solidFill>
          <a:ln w="12700">
            <a:solidFill>
              <a:srgbClr val="3A45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23360"/>
            <a:ext cx="54864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23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SaaS-Plattform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4389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Cloud-basierte Loesung fuer Ingenieurbueros und Feuerwehren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1097280"/>
            <a:ext cx="1371600" cy="91440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86200" y="10972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RF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Vielen Dank!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CAD-Datei zum FKS-Plan in Sekunden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657600"/>
            <a:ext cx="27432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Hackathon 2025  |  Track: Industrial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RescueForge - KI-gestuetzte Feuerwehr-Orientierungsplaene</dc:title>
  <dc:subject>PptxGenJS Presentation</dc:subject>
  <dc:creator>RescueForge Team</dc:creator>
  <cp:lastModifiedBy>RescueForge Team</cp:lastModifiedBy>
  <cp:revision>1</cp:revision>
  <dcterms:created xsi:type="dcterms:W3CDTF">2026-03-11T01:19:42Z</dcterms:created>
  <dcterms:modified xsi:type="dcterms:W3CDTF">2026-03-11T01:19:42Z</dcterms:modified>
</cp:coreProperties>
</file>