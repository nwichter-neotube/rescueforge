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E5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C3E50"/>
                </a:solidFill>
                <a:latin typeface="Arial"/>
              </a:rPr>
              <a:t>Pipeline Duration (~12s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(ms)</c:v>
                </c:pt>
              </c:strCache>
            </c:strRef>
          </c:tx>
          <c:spPr>
            <a:solidFill>
              <a:srgbClr val="C0392B"/>
            </a:solidFill>
            <a:effectLst>
              <a:outerShdw sx="100000" sy="100000" kx="0" ky="0" algn="bl" blurRad="76200" rotWithShape="1" dist="25400" dir="8100000">
                <a:srgbClr val="000000">
                  <a:alpha val="15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DXF Parse</c:v>
                  </c:pt>
                  <c:pt idx="1">
                    <c:v>Room Detect</c:v>
                  </c:pt>
                  <c:pt idx="2">
                    <c:v>AI Classify</c:v>
                  </c:pt>
                  <c:pt idx="3">
                    <c:v>SVG Generate</c:v>
                  </c:pt>
                  <c:pt idx="4">
                    <c:v>PDF Export</c:v>
                  </c:pt>
                  <c:pt idx="5">
                    <c:v>Supplementary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</c:v>
                </c:pt>
                <c:pt idx="1">
                  <c:v>300</c:v>
                </c:pt>
                <c:pt idx="2">
                  <c:v>5000</c:v>
                </c:pt>
                <c:pt idx="3">
                  <c:v>100</c:v>
                </c:pt>
                <c:pt idx="4">
                  <c:v>2000</c:v>
                </c:pt>
                <c:pt idx="5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RescueForge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to DIN 14095 Fire Safety Plans — Powered by AI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Hackathon 2025  |  Industrial AI Track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v0.5.0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83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departments need standardized orientation plans (DIN 14095 / FKS) for every building. Creating these manually from CAD drawings is time-consuming, error-prone, and requires specialized knowledge.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06040"/>
            <a:ext cx="25603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288036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990088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436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work per floor plan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26060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2606040"/>
            <a:ext cx="25603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288036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2990088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2900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Required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42900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14095 knowledge needed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26480" y="26060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26480" y="2606040"/>
            <a:ext cx="25603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1" name="Shape 17"/>
          <p:cNvSpPr/>
          <p:nvPr/>
        </p:nvSpPr>
        <p:spPr>
          <a:xfrm>
            <a:off x="6995160" y="288036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2990088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6364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26364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symbols, wrong colors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11887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002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436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DWG/DXF building plan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 batch upload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188720"/>
            <a:ext cx="2560320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342900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60020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Processes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42900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cleanup, room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classification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2648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188720"/>
            <a:ext cx="2560320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4"/>
          <p:cNvSpPr/>
          <p:nvPr/>
        </p:nvSpPr>
        <p:spPr>
          <a:xfrm>
            <a:off x="626364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60020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14095 Plan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26364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FKS-compliant SVG + PDF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all required symbols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8803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39C12"/>
                </a:solidFill>
              </a:rPr>
              <a:t>→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57150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39C12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Processing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automated pipeline from CAD to DIN 14095 plan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55448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57400" y="1280160"/>
            <a:ext cx="1554480" cy="1371600"/>
          </a:xfrm>
          <a:prstGeom prst="rect">
            <a:avLst/>
          </a:prstGeom>
          <a:solidFill>
            <a:srgbClr val="34495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5740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ezdxf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840480" y="1280160"/>
            <a:ext cx="155448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23560" y="1280160"/>
            <a:ext cx="1554480" cy="1371600"/>
          </a:xfrm>
          <a:prstGeom prst="rect">
            <a:avLst/>
          </a:prstGeom>
          <a:solidFill>
            <a:srgbClr val="34495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2356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866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06640" y="1280160"/>
            <a:ext cx="1554480" cy="137160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06640" y="13716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1554480" cy="13716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3736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057400" y="3017520"/>
            <a:ext cx="155448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05740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05740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svgwrite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204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840480" y="3017520"/>
            <a:ext cx="1554480" cy="1371600"/>
          </a:xfrm>
          <a:prstGeom prst="rect">
            <a:avLst/>
          </a:prstGeom>
          <a:solidFill>
            <a:srgbClr val="34495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84048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4048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623560" y="3017520"/>
            <a:ext cx="155448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62356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2356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866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9C12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406640" y="3017520"/>
            <a:ext cx="1554480" cy="13716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40664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40664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Cover+Sit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29768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39C12"/>
                </a:solidFill>
              </a:rPr>
              <a:t>↓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Room Classification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Floor plan rendered as PNG with numbered rooms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Image sent to Vision API (Gemini 2.5 Flash)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AI returns room type + label for each room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Automatic retry (3x) on API failure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Heuristic fallback if AI unavailable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Room Types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4920" y="1737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Office, Corridor, Stairwell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Elevator, Bathroom, Kitchen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Technical, Server Room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Garage, Lobby, Conference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Residential, Bedroom, Living Room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Balcony, Unknown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DIN 14095 / FKS Compliance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43000"/>
            <a:ext cx="2560320" cy="5486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Walls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9436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Double-line polygons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 9004 Signalschwarz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1143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91840" y="1143000"/>
            <a:ext cx="2560320" cy="5486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3258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9476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Walls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42900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 3000 Feuerrot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normal thickness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26480" y="11430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26480" y="1143000"/>
            <a:ext cx="2560320" cy="5486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258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29400" y="1325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FKS Symbols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26364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14034-6 compliant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Smoke, call, exits, etc.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0632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7200" y="3063240"/>
            <a:ext cx="2560320" cy="5486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4612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Routes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9436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centerline routing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+ NetworkX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291840" y="30632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291840" y="3063240"/>
            <a:ext cx="2560320" cy="5486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24612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79476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Title Block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342900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7200 layout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date, references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6126480" y="306324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126480" y="3063240"/>
            <a:ext cx="2560320" cy="5486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246120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62940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Coding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626364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 standard colors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corridors, red fire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Algorithms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20700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51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Medial Axis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1371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Voronoi on corridor boundary points. Filter ridges inside polygon to extract centerline for escape routes.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1284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057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Auto-Detection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71600" y="2377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all unit conversions, pick one giving 5-500m building size. Corrects wrong $INSUNITS headers.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971800"/>
            <a:ext cx="8229600" cy="8686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21868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0632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Collision Avoidance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71600" y="3383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 overlap detection with 4-direction shift. Label-aware placement prevents overlapping in small rooms.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22452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40690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Deduplication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371600" y="43891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arc + layer + INSERT + wall-gap detections. Sort by position, merge within tolerance, prefer standard widths.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07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+ FastAPI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ezdxf (CAD parsing)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 File Converter (DWG)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Shapely + STRtree (geometry)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Voronoi + NetworkX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 (Gemini 2.5 Flash)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svgwrite + WeasyPrint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 + JobStore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07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Infrastructure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React 19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lucide-react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HTTP polling fallback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E2E tests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(non-root)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Coolify deployment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EN/DE i18n (localStorage)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697480" cy="17373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14300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97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Room Editor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Reclassify rooms, regenerate plans instantly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960120"/>
            <a:ext cx="2697480" cy="17373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37560" y="114300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344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1097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Upload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375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multi-floor buildings at once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960120"/>
            <a:ext cx="2697480" cy="17373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63640" y="114300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1097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Progress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updates with auto HTTP fallback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274320" y="2971800"/>
            <a:ext cx="2697480" cy="17373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11480" y="31546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461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1148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EN/DE support, German as default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00400" y="2971800"/>
            <a:ext cx="2697480" cy="17373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337560" y="31546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4612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7764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View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33756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original DXF vs FKS plan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26480" y="2971800"/>
            <a:ext cx="2697480" cy="17373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63640" y="31546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24612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0372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Plan Set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26364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plan + cover sheet + situation plan + compliance report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&amp; Quality Assurance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328+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14300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E2E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Tests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Generator (50 tests)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SVG output, DIN title block, walls, fire features, escape routes, languages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DXF Parser (39 tests)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classification, multilingual (EN/DE/FR/ES/VI), fire safety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Regression (24 tests)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SVG fingerprint baselines + CairoSVG pixel-based comparison (7 scenarios)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Routes (44 tests)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Upload, batch, status, download, metrics, room update, error endpoints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Corridor Routing (8 tests)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Voronoi medial axis, corridor graph, NetworkX pathfinding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F0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&amp; Architecture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097280"/>
            <a:ext cx="34747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2-Service Architecture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69280" y="1737360"/>
            <a:ext cx="2926080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0" y="1737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(Next.js 15)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HTTP/WS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2788920"/>
            <a:ext cx="2926080" cy="64008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0" y="2788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 + JobStore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 |  Non-root  |  Coolify Deploy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Reliability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24128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60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474720" y="960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X-Content-Type-Options, X-Frame-Options, CSP, Referrer-Policy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8229600" cy="566928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2496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618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474720" y="16184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req/60s per IP on upload endpoints, auto memory cleanup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231136"/>
            <a:ext cx="8229600" cy="566928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40864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2768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474720" y="22768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.dwg/.dxf accepted, UUID job IDs, room type enum checks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2889504"/>
            <a:ext cx="8229600" cy="566928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99232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2935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Configuration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3474720" y="29352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origins, credentials only with explicit origins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3547872"/>
            <a:ext cx="8229600" cy="566928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5760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35935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Persistence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474720" y="35935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error.json on failure with step, elapsed time, error type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57200" y="4206240"/>
            <a:ext cx="8229600" cy="566928"/>
          </a:xfrm>
          <a:prstGeom prst="rect">
            <a:avLst/>
          </a:prstGeom>
          <a:solidFill>
            <a:srgbClr val="1B2838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15968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97280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Containers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347472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Production-hardened Docker with dedicated app user (UID 1000)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Hackathon Deliverables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(Docker Compose, live at resuceforge.skimu.de)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room classification (Gemini 2.5 Flash Vision API)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14095 / FKS-compliant plan output (SVG + PDF)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plan set: Floor plan + Cover sheet + Situation plan + Compliance report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room editor with live regeneration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upload for multi-floor processing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328+ automated tests (19 suites) + Cypress E2E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(GitHub Actions)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(EN/DE)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Corridor-centerline escape routes (Voronoi + NetworkX)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collision avoidance + fire safety element recognition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DIN-standard scale detection (1:50 to 1:1000)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RescueForge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CAD to Fire Safety Plan in Seconds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github.com/NWichter-NeoTube/RescueForge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resuceforge.skimu.de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Hackathon 2025  |  Industrial AI Track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83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RescueForge - Siemens Hackathon 2025</dc:title>
  <dc:subject>PptxGenJS Presentation</dc:subject>
  <dc:creator>RescueForge Team</dc:creator>
  <cp:lastModifiedBy>RescueForge Team</cp:lastModifiedBy>
  <cp:revision>1</cp:revision>
  <dcterms:created xsi:type="dcterms:W3CDTF">2026-03-12T01:55:01Z</dcterms:created>
  <dcterms:modified xsi:type="dcterms:W3CDTF">2026-03-12T01:55:01Z</dcterms:modified>
</cp:coreProperties>
</file>